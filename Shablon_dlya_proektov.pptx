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6.svg" ContentType="image/svg"/>
  <Override PartName="/ppt/media/image8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E4EEF8-5132-4EC3-B1BD-F5FD40BA78B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160" cy="299916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736DEDB-A468-4655-8FCA-9A2BC6F774D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160" cy="299916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A531B52-E470-4528-8B5C-FEE3DF1880B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160" cy="299916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7A2C272-E8C9-4E7A-A96C-A1B5B1871C9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160" cy="29991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4815D671-C0BD-4F11-940C-0E2C84849BC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160" cy="299916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2999160" cy="299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3A3834C-31E2-490A-AB35-A842D721904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2;p3"/>
          <p:cNvSpPr/>
          <p:nvPr/>
        </p:nvSpPr>
        <p:spPr>
          <a:xfrm>
            <a:off x="380880" y="1576440"/>
            <a:ext cx="5085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427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КЗИ-52-1б</a:t>
            </a:r>
            <a:endParaRPr lang="ru-RU" sz="4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3;p3"/>
          <p:cNvSpPr/>
          <p:nvPr/>
        </p:nvSpPr>
        <p:spPr>
          <a:xfrm>
            <a:off x="380880" y="2833560"/>
            <a:ext cx="1661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9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SOC аналитик</a:t>
            </a:r>
            <a:endParaRPr lang="ru-RU" sz="2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4;p3"/>
          <p:cNvSpPr/>
          <p:nvPr/>
        </p:nvSpPr>
        <p:spPr>
          <a:xfrm>
            <a:off x="380880" y="2262240"/>
            <a:ext cx="99000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357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ИБ</a:t>
            </a:r>
            <a:endParaRPr lang="ru-RU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5;p3"/>
          <p:cNvSpPr/>
          <p:nvPr/>
        </p:nvSpPr>
        <p:spPr>
          <a:xfrm>
            <a:off x="380880" y="4648320"/>
            <a:ext cx="12186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ЭР | Эффективное Развитие</a:t>
            </a:r>
            <a:endParaRPr lang="ru-RU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Google Shape;16;p3" descr="preencoded.png"/>
          <p:cNvPicPr/>
          <p:nvPr/>
        </p:nvPicPr>
        <p:blipFill>
          <a:blip r:embed="rId1"/>
          <a:stretch/>
        </p:blipFill>
        <p:spPr>
          <a:xfrm>
            <a:off x="8486640" y="380880"/>
            <a:ext cx="271800" cy="27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17;p3"/>
          <p:cNvPicPr/>
          <p:nvPr/>
        </p:nvPicPr>
        <p:blipFill>
          <a:blip r:embed="rId2"/>
          <a:stretch/>
        </p:blipFill>
        <p:spPr>
          <a:xfrm>
            <a:off x="4420440" y="3849120"/>
            <a:ext cx="4570200" cy="49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3;p4"/>
          <p:cNvSpPr/>
          <p:nvPr/>
        </p:nvSpPr>
        <p:spPr>
          <a:xfrm>
            <a:off x="380880" y="380880"/>
            <a:ext cx="2347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28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Состав команды</a:t>
            </a:r>
            <a:endParaRPr lang="ru-RU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24;p4" descr="preencoded.png"/>
          <p:cNvPicPr/>
          <p:nvPr/>
        </p:nvPicPr>
        <p:blipFill>
          <a:blip r:embed="rId1"/>
          <a:stretch/>
        </p:blipFill>
        <p:spPr>
          <a:xfrm>
            <a:off x="4681440" y="1695600"/>
            <a:ext cx="4223520" cy="28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Google Shape;25;p4"/>
          <p:cNvSpPr/>
          <p:nvPr/>
        </p:nvSpPr>
        <p:spPr>
          <a:xfrm>
            <a:off x="243720" y="2083680"/>
            <a:ext cx="4075920" cy="18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6;p4"/>
          <p:cNvSpPr/>
          <p:nvPr/>
        </p:nvSpPr>
        <p:spPr>
          <a:xfrm>
            <a:off x="380880" y="1260000"/>
            <a:ext cx="1990080" cy="1407600"/>
          </a:xfrm>
          <a:prstGeom prst="roundRect">
            <a:avLst>
              <a:gd name="adj" fmla="val 33600"/>
            </a:avLst>
          </a:prstGeom>
          <a:solidFill>
            <a:srgbClr val="197A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7;p4"/>
          <p:cNvSpPr/>
          <p:nvPr/>
        </p:nvSpPr>
        <p:spPr>
          <a:xfrm>
            <a:off x="540000" y="1614600"/>
            <a:ext cx="1751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Антимнов Максим Денисович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28;p4"/>
          <p:cNvSpPr/>
          <p:nvPr/>
        </p:nvSpPr>
        <p:spPr>
          <a:xfrm>
            <a:off x="540000" y="2306880"/>
            <a:ext cx="17517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Тимлид команды</a:t>
            </a:r>
            <a:endParaRPr lang="ru-RU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29;p4"/>
          <p:cNvSpPr/>
          <p:nvPr/>
        </p:nvSpPr>
        <p:spPr>
          <a:xfrm>
            <a:off x="2705040" y="2219400"/>
            <a:ext cx="17517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0;p4"/>
          <p:cNvSpPr/>
          <p:nvPr/>
        </p:nvSpPr>
        <p:spPr>
          <a:xfrm>
            <a:off x="2700000" y="1434600"/>
            <a:ext cx="1751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Коробейников Кирилл Васильевич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1;p4"/>
          <p:cNvSpPr/>
          <p:nvPr/>
        </p:nvSpPr>
        <p:spPr>
          <a:xfrm>
            <a:off x="2700000" y="2083680"/>
            <a:ext cx="17517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Тех. специалист</a:t>
            </a:r>
            <a:endParaRPr lang="ru-RU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2;p4"/>
          <p:cNvSpPr/>
          <p:nvPr/>
        </p:nvSpPr>
        <p:spPr>
          <a:xfrm>
            <a:off x="380880" y="2980440"/>
            <a:ext cx="199008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3;p4"/>
          <p:cNvSpPr/>
          <p:nvPr/>
        </p:nvSpPr>
        <p:spPr>
          <a:xfrm>
            <a:off x="500040" y="2980440"/>
            <a:ext cx="1751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Синев Егор Эдуардович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4;p4"/>
          <p:cNvSpPr/>
          <p:nvPr/>
        </p:nvSpPr>
        <p:spPr>
          <a:xfrm>
            <a:off x="500040" y="3201120"/>
            <a:ext cx="17517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Генератор идей</a:t>
            </a:r>
            <a:endParaRPr lang="ru-RU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35;p4"/>
          <p:cNvSpPr/>
          <p:nvPr/>
        </p:nvSpPr>
        <p:spPr>
          <a:xfrm>
            <a:off x="2705040" y="2980440"/>
            <a:ext cx="17517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36;p4"/>
          <p:cNvSpPr/>
          <p:nvPr/>
        </p:nvSpPr>
        <p:spPr>
          <a:xfrm>
            <a:off x="2567880" y="2572920"/>
            <a:ext cx="1751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Чазов Матвей Александрович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7;p4"/>
          <p:cNvSpPr/>
          <p:nvPr/>
        </p:nvSpPr>
        <p:spPr>
          <a:xfrm>
            <a:off x="2584440" y="3047760"/>
            <a:ext cx="17517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Моральная поддержка</a:t>
            </a:r>
            <a:endParaRPr lang="ru-RU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38;p4"/>
          <p:cNvSpPr/>
          <p:nvPr/>
        </p:nvSpPr>
        <p:spPr>
          <a:xfrm>
            <a:off x="380880" y="3646800"/>
            <a:ext cx="199008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39;p4"/>
          <p:cNvSpPr/>
          <p:nvPr/>
        </p:nvSpPr>
        <p:spPr>
          <a:xfrm>
            <a:off x="500040" y="3646800"/>
            <a:ext cx="1751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Мельников Тимофей</a:t>
            </a:r>
            <a:endParaRPr lang="ru-RU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0;p4"/>
          <p:cNvSpPr/>
          <p:nvPr/>
        </p:nvSpPr>
        <p:spPr>
          <a:xfrm>
            <a:off x="500040" y="3867120"/>
            <a:ext cx="175176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1;p4"/>
          <p:cNvSpPr/>
          <p:nvPr/>
        </p:nvSpPr>
        <p:spPr>
          <a:xfrm>
            <a:off x="2705040" y="3646800"/>
            <a:ext cx="17517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Google Shape;44;p4" descr="preencoded.png"/>
          <p:cNvPicPr/>
          <p:nvPr/>
        </p:nvPicPr>
        <p:blipFill>
          <a:blip r:embed="rId2"/>
          <a:stretch/>
        </p:blipFill>
        <p:spPr>
          <a:xfrm>
            <a:off x="8486640" y="380880"/>
            <a:ext cx="271800" cy="27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45;p4"/>
          <p:cNvSpPr/>
          <p:nvPr/>
        </p:nvSpPr>
        <p:spPr>
          <a:xfrm>
            <a:off x="380880" y="4648320"/>
            <a:ext cx="12186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ЭР | Эффективное Развитие</a:t>
            </a:r>
            <a:endParaRPr lang="ru-RU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1;p5"/>
          <p:cNvSpPr/>
          <p:nvPr/>
        </p:nvSpPr>
        <p:spPr>
          <a:xfrm>
            <a:off x="380880" y="380880"/>
            <a:ext cx="4575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28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Какие технологии использовали</a:t>
            </a:r>
            <a:endParaRPr lang="ru-RU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52;p5"/>
          <p:cNvSpPr/>
          <p:nvPr/>
        </p:nvSpPr>
        <p:spPr>
          <a:xfrm>
            <a:off x="380880" y="156204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3;p5"/>
          <p:cNvSpPr/>
          <p:nvPr/>
        </p:nvSpPr>
        <p:spPr>
          <a:xfrm>
            <a:off x="380880" y="156204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4;p5"/>
          <p:cNvSpPr/>
          <p:nvPr/>
        </p:nvSpPr>
        <p:spPr>
          <a:xfrm>
            <a:off x="380880" y="1562040"/>
            <a:ext cx="2138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MIMO CODE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6;p5"/>
          <p:cNvSpPr/>
          <p:nvPr/>
        </p:nvSpPr>
        <p:spPr>
          <a:xfrm>
            <a:off x="380880" y="253368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57;p5"/>
          <p:cNvSpPr/>
          <p:nvPr/>
        </p:nvSpPr>
        <p:spPr>
          <a:xfrm>
            <a:off x="380880" y="253368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8;p5"/>
          <p:cNvSpPr/>
          <p:nvPr/>
        </p:nvSpPr>
        <p:spPr>
          <a:xfrm>
            <a:off x="380880" y="2533680"/>
            <a:ext cx="2498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GITHUB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0;p5"/>
          <p:cNvSpPr/>
          <p:nvPr/>
        </p:nvSpPr>
        <p:spPr>
          <a:xfrm>
            <a:off x="380880" y="351000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61;p5"/>
          <p:cNvSpPr/>
          <p:nvPr/>
        </p:nvSpPr>
        <p:spPr>
          <a:xfrm>
            <a:off x="380880" y="351000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62;p5"/>
          <p:cNvSpPr/>
          <p:nvPr/>
        </p:nvSpPr>
        <p:spPr>
          <a:xfrm>
            <a:off x="380880" y="3510000"/>
            <a:ext cx="1778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CLOUDFLARE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Google Shape;64;p5" descr="preencoded.png"/>
          <p:cNvPicPr/>
          <p:nvPr/>
        </p:nvPicPr>
        <p:blipFill>
          <a:blip r:embed="rId1"/>
          <a:stretch/>
        </p:blipFill>
        <p:spPr>
          <a:xfrm>
            <a:off x="8486640" y="380880"/>
            <a:ext cx="271800" cy="27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Google Shape;65;p5"/>
          <p:cNvSpPr/>
          <p:nvPr/>
        </p:nvSpPr>
        <p:spPr>
          <a:xfrm>
            <a:off x="380880" y="4648320"/>
            <a:ext cx="12186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ЭР | Эффективное Развитие</a:t>
            </a:r>
            <a:endParaRPr lang="ru-RU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71;p6"/>
          <p:cNvSpPr/>
          <p:nvPr/>
        </p:nvSpPr>
        <p:spPr>
          <a:xfrm>
            <a:off x="380880" y="380880"/>
            <a:ext cx="51807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28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С какими сложностями столкнулись</a:t>
            </a:r>
            <a:endParaRPr lang="ru-RU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Google Shape;72;p6" descr="preencoded.png"/>
          <p:cNvPicPr/>
          <p:nvPr/>
        </p:nvPicPr>
        <p:blipFill>
          <a:blip r:embed="rId1"/>
          <a:stretch/>
        </p:blipFill>
        <p:spPr>
          <a:xfrm>
            <a:off x="8486640" y="380880"/>
            <a:ext cx="271800" cy="27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Google Shape;73;p6"/>
          <p:cNvSpPr/>
          <p:nvPr/>
        </p:nvSpPr>
        <p:spPr>
          <a:xfrm>
            <a:off x="380880" y="4648320"/>
            <a:ext cx="12186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ЭР | Эффективное Развитие</a:t>
            </a:r>
            <a:endParaRPr lang="ru-RU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74;p6"/>
          <p:cNvSpPr/>
          <p:nvPr/>
        </p:nvSpPr>
        <p:spPr>
          <a:xfrm>
            <a:off x="380880" y="156204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75;p6"/>
          <p:cNvSpPr/>
          <p:nvPr/>
        </p:nvSpPr>
        <p:spPr>
          <a:xfrm>
            <a:off x="380880" y="156204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76;p6"/>
          <p:cNvSpPr/>
          <p:nvPr/>
        </p:nvSpPr>
        <p:spPr>
          <a:xfrm>
            <a:off x="380880" y="1562040"/>
            <a:ext cx="4658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Проблема нейрости с пониманием промпта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7;p6"/>
          <p:cNvSpPr/>
          <p:nvPr/>
        </p:nvSpPr>
        <p:spPr>
          <a:xfrm>
            <a:off x="380880" y="1890720"/>
            <a:ext cx="49474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8;p6"/>
          <p:cNvSpPr/>
          <p:nvPr/>
        </p:nvSpPr>
        <p:spPr>
          <a:xfrm>
            <a:off x="380880" y="253368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9;p6"/>
          <p:cNvSpPr/>
          <p:nvPr/>
        </p:nvSpPr>
        <p:spPr>
          <a:xfrm>
            <a:off x="380880" y="253368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80;p6"/>
          <p:cNvSpPr/>
          <p:nvPr/>
        </p:nvSpPr>
        <p:spPr>
          <a:xfrm>
            <a:off x="380880" y="2533680"/>
            <a:ext cx="3578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Ограниченгое колличество токенов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82;p6"/>
          <p:cNvSpPr/>
          <p:nvPr/>
        </p:nvSpPr>
        <p:spPr>
          <a:xfrm>
            <a:off x="380880" y="351000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83;p6"/>
          <p:cNvSpPr/>
          <p:nvPr/>
        </p:nvSpPr>
        <p:spPr>
          <a:xfrm>
            <a:off x="380880" y="3510000"/>
            <a:ext cx="494748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4;p6"/>
          <p:cNvSpPr/>
          <p:nvPr/>
        </p:nvSpPr>
        <p:spPr>
          <a:xfrm>
            <a:off x="380880" y="3510000"/>
            <a:ext cx="48387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Длительгое ожидание результата запроса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91;p7"/>
          <p:cNvSpPr/>
          <p:nvPr/>
        </p:nvSpPr>
        <p:spPr>
          <a:xfrm>
            <a:off x="380880" y="380880"/>
            <a:ext cx="1423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28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Результат</a:t>
            </a:r>
            <a:endParaRPr lang="ru-RU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92;p7"/>
          <p:cNvSpPr/>
          <p:nvPr/>
        </p:nvSpPr>
        <p:spPr>
          <a:xfrm>
            <a:off x="360000" y="1080000"/>
            <a:ext cx="3161520" cy="3161520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93;p7"/>
          <p:cNvSpPr/>
          <p:nvPr/>
        </p:nvSpPr>
        <p:spPr>
          <a:xfrm>
            <a:off x="3809880" y="2347920"/>
            <a:ext cx="1823400" cy="7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Google Shape;94;p7" descr="preencoded.png"/>
          <p:cNvPicPr/>
          <p:nvPr/>
        </p:nvPicPr>
        <p:blipFill>
          <a:blip r:embed="rId1"/>
          <a:stretch/>
        </p:blipFill>
        <p:spPr>
          <a:xfrm>
            <a:off x="8486640" y="380880"/>
            <a:ext cx="271800" cy="27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Google Shape;95;p7"/>
          <p:cNvSpPr/>
          <p:nvPr/>
        </p:nvSpPr>
        <p:spPr>
          <a:xfrm>
            <a:off x="380880" y="4648320"/>
            <a:ext cx="12186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3288"/>
                </a:solidFill>
                <a:effectLst/>
                <a:uFillTx/>
                <a:latin typeface="Arial"/>
                <a:ea typeface="Arial"/>
              </a:rPr>
              <a:t>ЭР | Эффективное Развитие</a:t>
            </a:r>
            <a:endParaRPr lang="ru-RU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72120" y="1425240"/>
            <a:ext cx="2519640" cy="251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040000" y="1080000"/>
            <a:ext cx="3240000" cy="3060000"/>
          </a:xfrm>
          <a:prstGeom prst="roundRect">
            <a:avLst>
              <a:gd name="adj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421960" y="1380240"/>
            <a:ext cx="2520000" cy="25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 txBox="1"/>
          <p:nvPr/>
        </p:nvSpPr>
        <p:spPr>
          <a:xfrm>
            <a:off x="6120000" y="720000"/>
            <a:ext cx="1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43000" y="4173480"/>
            <a:ext cx="13878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НАШ САЙТ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2026-06-24T14:50:49Z</dcterms:modified>
  <cp:revision>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Экран (16:9)</vt:lpwstr>
  </property>
  <property fmtid="{D5CDD505-2E9C-101B-9397-08002B2CF9AE}" pid="4" name="Slides">
    <vt:i4>5</vt:i4>
  </property>
</Properties>
</file>